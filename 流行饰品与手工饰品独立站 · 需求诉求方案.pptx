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这是一份独立站需求诉求方案。目标是把“想做一个卖流行饰品和手工饰品的独立站”这个模糊想法，拆成 AI 能直接执行的完整需求。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定位是小众氛围感首饰站，面向海外年轻女性，区分量产流行款与手工孤品。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三条核心结论：第一，要实现二次访问相似推荐，网站必须是动态的，有后端和数据库。第二，AI 能承担内容、方案、代码初稿等绝大部分工作。第三，收款、物流、真实商品图这类落地事项要自己完成。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这是给 AI 的总纲定位：小众氛围感首饰，客群是海外年轻女性。差异化在于区分量产流行款和手工孤品，核心功能是免登录的浏览追踪和相似推荐。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整站由八个页面构成：首页、列表页、详情页、关于我们、FAQ、购物车结算、政策页、订单与邮件。孤品一旦售出自动下架，页面明确提示不可复刻。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812800" y="18796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B785F"/>
                </a:solidFill>
                <a:latin typeface="Noto Sans SC"/>
                <a:ea typeface="Noto Sans SC"/>
                <a:cs typeface="Noto Sans SC"/>
                <a:sym typeface="Noto Sans SC"/>
              </a:rPr>
              <a:t>JEWELRY E-COMMERCE · REQUIREMENT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2413000"/>
            <a:ext cx="596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40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流行饰品与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40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手工饰品独立站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12800" y="45974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60585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需求诉求方案 —— 把想法翻译成 AI 可执行的网站需求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61381" flipH="false" flipV="false">
            <a:off x="812857" y="5734050"/>
            <a:ext cx="71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E5C7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812800" y="58928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068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面向海外年轻女性 · 跨境独立站 · 流行款 + 手工孤品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11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B785F"/>
                </a:solidFill>
                <a:latin typeface="Noto Sans SC"/>
                <a:ea typeface="Noto Sans SC"/>
                <a:cs typeface="Noto Sans SC"/>
                <a:sym typeface="Noto Sans SC"/>
              </a:rPr>
              <a:t>CORE · 核心结论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68400"/>
            <a:ext cx="1041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30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动态后端是个性化推荐的前提，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30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但 AI 已能承担绝大部分工作</a:t>
            </a:r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2686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6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3048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E5C7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778000" y="3048000"/>
            <a:ext cx="9601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必须动态 —— </a:t>
            </a:r>
            <a:r>
              <a:rPr lang="en-US" b="false" i="false" strike="noStrike" u="none" sz="1500">
                <a:solidFill>
                  <a:srgbClr val="2B2622"/>
                </a:solidFill>
                <a:latin typeface="Noto Sans SC"/>
                <a:ea typeface="Noto Sans SC"/>
                <a:cs typeface="Noto Sans SC"/>
                <a:sym typeface="Noto Sans SC"/>
              </a:rPr>
              <a:t>想记住第二次访问并推荐相似商品，必须有后端与数据库；纯静态网站做不到。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4089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E5C7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778000" y="4089400"/>
            <a:ext cx="9601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AI 承担大头 —— </a:t>
            </a:r>
            <a:r>
              <a:rPr lang="en-US" b="false" i="false" strike="noStrike" u="none" sz="1500">
                <a:solidFill>
                  <a:srgbClr val="2B2622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产品文案、页面框架、代码初稿、商品标签体系、SEO 与合规文本都可交给 AI。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12800" y="51308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B9926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5130800"/>
            <a:ext cx="9601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B9926E"/>
                </a:solidFill>
                <a:latin typeface="Noto Sans SC"/>
                <a:ea typeface="Noto Sans SC"/>
                <a:cs typeface="Noto Sans SC"/>
                <a:sym typeface="Noto Sans SC"/>
              </a:rPr>
              <a:t>本人落地 —— </a:t>
            </a:r>
            <a:r>
              <a:rPr lang="en-US" b="false" i="false" strike="noStrike" u="none" sz="1500">
                <a:solidFill>
                  <a:srgbClr val="2B2622"/>
                </a:solidFill>
                <a:latin typeface="Noto Sans SC"/>
                <a:ea typeface="Noto Sans SC"/>
                <a:cs typeface="Noto Sans SC"/>
                <a:sym typeface="Noto Sans SC"/>
              </a:rPr>
              <a:t>域名、服务器、支付收款、物流、真实商品实拍图与合规终审仍需亲自完成。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11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B785F"/>
                </a:solidFill>
                <a:latin typeface="Noto Sans SC"/>
                <a:ea typeface="Noto Sans SC"/>
                <a:cs typeface="Noto Sans SC"/>
                <a:sym typeface="Noto Sans SC"/>
              </a:rPr>
              <a:t>POSITIONING · 站点定位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68400"/>
            <a:ext cx="711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8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小众氛围感首饰站，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28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面向海外年轻女性</a:t>
            </a:r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2686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6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12800" y="29972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品类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921000" y="2997200"/>
            <a:ext cx="8458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3F38"/>
                </a:solidFill>
                <a:latin typeface="Noto Sans SC"/>
                <a:ea typeface="Noto Sans SC"/>
                <a:cs typeface="Noto Sans SC"/>
                <a:sym typeface="Noto Sans SC"/>
              </a:rPr>
              <a:t>银饰、串珠、天然石、小众设计款，覆盖复古、Y2K、新中式、极简等风格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36068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客群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921000" y="3606800"/>
            <a:ext cx="8458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3F38"/>
                </a:solidFill>
                <a:latin typeface="Noto Sans SC"/>
                <a:ea typeface="Noto Sans SC"/>
                <a:cs typeface="Noto Sans SC"/>
                <a:sym typeface="Noto Sans SC"/>
              </a:rPr>
              <a:t>海外年轻女性，看重氛围感、小众不撞款；部分用户专门找手工原创款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12800" y="42164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核心差异化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921000" y="4216400"/>
            <a:ext cx="8458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3F38"/>
                </a:solidFill>
                <a:latin typeface="Noto Sans SC"/>
                <a:ea typeface="Noto Sans SC"/>
                <a:cs typeface="Noto Sans SC"/>
                <a:sym typeface="Noto Sans SC"/>
              </a:rPr>
              <a:t>区分量产流行款与手工孤品限量款；孤品独一无二、少量库存、不可复刻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" y="48260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E5C7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921000" y="4826000"/>
            <a:ext cx="8458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3F38"/>
                </a:solidFill>
                <a:latin typeface="Noto Sans SC"/>
                <a:ea typeface="Noto Sans SC"/>
                <a:cs typeface="Noto Sans SC"/>
                <a:sym typeface="Noto Sans SC"/>
              </a:rPr>
              <a:t>访客免登录浏览追踪，基于浏览风格标签做相似饰品推荐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" y="5435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9926E"/>
                </a:solidFill>
                <a:latin typeface="Noto Sans SC"/>
                <a:ea typeface="Noto Sans SC"/>
                <a:cs typeface="Noto Sans SC"/>
                <a:sym typeface="Noto Sans SC"/>
              </a:rPr>
              <a:t>商业目标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921000" y="5435600"/>
            <a:ext cx="8458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63F38"/>
                </a:solidFill>
                <a:latin typeface="Noto Sans SC"/>
                <a:ea typeface="Noto Sans SC"/>
                <a:cs typeface="Noto Sans SC"/>
                <a:sym typeface="Noto Sans SC"/>
              </a:rPr>
              <a:t>零售成交、加购、收藏、邮件订阅新品通知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711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B785F"/>
                </a:solidFill>
                <a:latin typeface="Noto Sans SC"/>
                <a:ea typeface="Noto Sans SC"/>
                <a:cs typeface="Noto Sans SC"/>
                <a:sym typeface="Noto Sans SC"/>
              </a:rPr>
              <a:t>ARCHITECTURE · 页面架构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2800" y="1143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622"/>
                </a:solidFill>
                <a:latin typeface="Noto Serif SC"/>
                <a:ea typeface="Noto Serif SC"/>
                <a:cs typeface="Noto Serif SC"/>
                <a:sym typeface="Noto Serif SC"/>
              </a:rPr>
              <a:t>八个页面构成完整独立站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12800" y="2032000"/>
          <a:ext cx="105664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80264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页面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5C7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5C70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首页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Hero 首屏、新品区、手工孤品专区、爆款区、风格分类、“你可能喜欢”推荐位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商品列表页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按风格、材质、品类、是否手工、价格区间筛选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商品详情页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大图轮播、材质说明、尺寸、保养说明、库存提示、相似与搭配推荐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关于我们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匠人故事、手工理念、品牌调性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FAQ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材质过敏、保养、发货时效、退换、孤品规则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购物车 / 结算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标准购物流程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政策页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隐私政策、Cookie 政策（GDPR 合规，欧美访客必须）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2B262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订单与邮件</a:t>
                      </a:r>
                      <a:endParaRPr lang="en-US" sz="1100"/>
                    </a:p>
                  </a:txBody>
                  <a:tcPr anchor="ctr" anchorCtr="false" marL="101600" marR="101600" marT="99060" marB="990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63F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订单确认页、下单发货与订阅通知模板</a:t>
                      </a:r>
                      <a:endParaRPr lang="en-US" sz="1100"/>
                    </a:p>
                  </a:txBody>
                  <a:tcPr anchor="ctr" anchorCtr="false" marL="101600" marR="101600" marT="99060" marB="990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{"Label":"1","ContentProducer":"001191110102MACQD9K64010000","ProduceID":"7700999486189817068","ReservedCode1":"","ContentPropagator":"","PropagateID":"","ReservedCode2":""}</vt:lpwstr>
  </property>
</Properties>
</file>